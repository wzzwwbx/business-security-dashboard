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业务安全态势系统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9FB3CC"/>
                </a:solidFill>
                <a:latin typeface="Microsoft YaHei"/>
              </a:rPr>
              <a:t>综合 · 业务 · 运维 · 终端 实时态势演示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FB3CC"/>
                </a:solidFill>
                <a:latin typeface="Microsoft YaHei"/>
              </a:rPr>
              <a:t>真实数据仪表盘 · 弹出交互 · 专题下钻</a:t>
            </a:r>
          </a:p>
        </p:txBody>
      </p:sp>
      <p:pic>
        <p:nvPicPr>
          <p:cNvPr id="6" name="Picture 5" descr="overview-main-1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17320"/>
            <a:ext cx="3749039" cy="21088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989320"/>
            <a:ext cx="9144000" cy="685800"/>
          </a:xfrm>
          <a:prstGeom prst="rect">
            <a:avLst/>
          </a:prstGeom>
          <a:solidFill>
            <a:srgbClr val="23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10819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3CC"/>
                </a:solidFill>
                <a:latin typeface="Microsoft YaHei"/>
              </a:rPr>
              <a:t>前端 Vue 3 + TypeScript + Vite + ECharts ｜ 后端 Spring Boot 3 + Java 17 ｜ 数据库 MySQL 8 ｜ nginx 部署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综合态势总览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B3CC"/>
                </a:solidFill>
                <a:latin typeface="Microsoft YaHei"/>
              </a:rPr>
              <a:t>首页大盘：人员在线、密信收发、区域链路、安全事件与签阅处置一屏聚合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011680" cy="41148"/>
          </a:xfrm>
          <a:prstGeom prst="rect">
            <a:avLst/>
          </a:prstGeom>
          <a:solidFill>
            <a:srgbClr val="1E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在线概览：在线率 65%，密信文件收发 82 份，用户/部门收发排名支持总量、发送、接收切换；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80743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区域链路：北京、阿联酋、新加坡、德国、肯尼亚、巴西六区域链路状态与当日流量（共 9.7 GB）实时呈现；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9927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事件与处置：安全事件滚动更新（高危 2 / 中危 2），签阅处置 54/68、处理率 79.4%、待处理 11 份。</a:t>
            </a:r>
          </a:p>
        </p:txBody>
      </p:sp>
      <p:pic>
        <p:nvPicPr>
          <p:cNvPr id="8" name="Picture 7" descr="overview-main-1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80467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人员详情抽屉 · 四标签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B3CC"/>
                </a:solidFill>
                <a:latin typeface="Microsoft YaHei"/>
              </a:rPr>
              <a:t>点击安全事件或人员排名弹出，覆盖人员概况 / 装备套件 / 安全事件 / 业务活动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011680" cy="41148"/>
          </a:xfrm>
          <a:prstGeom prst="rect">
            <a:avLst/>
          </a:prstGeom>
          <a:solidFill>
            <a:srgbClr val="1E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view-drawer-tab-person-1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931920" cy="2211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62902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FB3CC"/>
                </a:solidFill>
                <a:latin typeface="Microsoft YaHei"/>
              </a:rPr>
              <a:t>人员概况：在线状态、套件/密信/卫星、部门与收发关系</a:t>
            </a:r>
          </a:p>
        </p:txBody>
      </p:sp>
      <p:pic>
        <p:nvPicPr>
          <p:cNvPr id="7" name="Picture 6" descr="overview-drawer-tab-equipment-1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71600"/>
            <a:ext cx="3931920" cy="22117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63440" y="362902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FB3CC"/>
                </a:solidFill>
                <a:latin typeface="Microsoft YaHei"/>
              </a:rPr>
              <a:t>装备套件：各终端设备状态与健康度</a:t>
            </a:r>
          </a:p>
        </p:txBody>
      </p:sp>
      <p:pic>
        <p:nvPicPr>
          <p:cNvPr id="9" name="Picture 8" descr="overview-drawer-tab-security-19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66184"/>
            <a:ext cx="3931920" cy="22117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02360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FB3CC"/>
                </a:solidFill>
                <a:latin typeface="Microsoft YaHei"/>
              </a:rPr>
              <a:t>安全事件：该人员关联的安全事件列表</a:t>
            </a:r>
          </a:p>
        </p:txBody>
      </p:sp>
      <p:pic>
        <p:nvPicPr>
          <p:cNvPr id="11" name="Picture 10" descr="overview-drawer-tab-activity-19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766184"/>
            <a:ext cx="3931920" cy="22117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63440" y="602360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FB3CC"/>
                </a:solidFill>
                <a:latin typeface="Microsoft YaHei"/>
              </a:rPr>
              <a:t>业务活动：最近收发与签阅活动记录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弹出交互 · 线路安全分析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B3CC"/>
                </a:solidFill>
                <a:latin typeface="Microsoft YaHei"/>
              </a:rPr>
              <a:t>线路遭攻击自动弹出智能分析提示，点击进入线路拓扑面板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011680" cy="41148"/>
          </a:xfrm>
          <a:prstGeom prst="rect">
            <a:avLst/>
          </a:prstGeom>
          <a:solidFill>
            <a:srgbClr val="1E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线路遭受攻击时弹出"线路安全智能分析"toast，提示分段绕行策略已生成并下发；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80743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点击 toast 打开对应线路拓扑面板，查看各跳节点状态、攻击链路与绕行路径。</a:t>
            </a:r>
          </a:p>
        </p:txBody>
      </p:sp>
      <p:pic>
        <p:nvPicPr>
          <p:cNvPr id="7" name="Picture 6" descr="overview-route-toast-1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931920" cy="2211704"/>
          </a:xfrm>
          <a:prstGeom prst="rect">
            <a:avLst/>
          </a:prstGeom>
        </p:spPr>
      </p:pic>
      <p:pic>
        <p:nvPicPr>
          <p:cNvPr id="8" name="Picture 7" descr="overview-topology-panel-1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28800"/>
            <a:ext cx="3931920" cy="22117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11365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FB3CC"/>
                </a:solidFill>
                <a:latin typeface="Microsoft YaHei"/>
              </a:rPr>
              <a:t>线路安全智能分析 toast（自动弹出）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11365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FB3CC"/>
                </a:solidFill>
                <a:latin typeface="Microsoft YaHei"/>
              </a:rPr>
              <a:t>点击 toast → 线路拓扑面板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业务态势 · 专题下钻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B3CC"/>
                </a:solidFill>
                <a:latin typeface="Microsoft YaHei"/>
              </a:rPr>
              <a:t>首页卡片一键跳转：密信态势、签阅态势、系统流量三大专题（返回综合态势一键回跳）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011680" cy="41148"/>
          </a:xfrm>
          <a:prstGeom prst="rect">
            <a:avLst/>
          </a:prstGeom>
          <a:solidFill>
            <a:srgbClr val="1E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密信态势：消息/文件收发量、当前登录用户、分时趋势与用户/部门收发排名，支持发送/接收切换；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80743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签阅态势：收到 68 / 已处理 54 / 待处理 11 / 异常退回 3，人员与部门处理排名可视化；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9927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系统流量：业务系统吞吐排名与区域链路流量排名（上行 + 下行），今日流量实时累计。</a:t>
            </a:r>
          </a:p>
        </p:txBody>
      </p:sp>
      <p:pic>
        <p:nvPicPr>
          <p:cNvPr id="8" name="Picture 7" descr="business-message-1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3931920" cy="2211704"/>
          </a:xfrm>
          <a:prstGeom prst="rect">
            <a:avLst/>
          </a:prstGeom>
        </p:spPr>
      </p:pic>
      <p:pic>
        <p:nvPicPr>
          <p:cNvPr id="9" name="Picture 8" descr="business-signing-1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194560"/>
            <a:ext cx="3931920" cy="22117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479417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FB3CC"/>
                </a:solidFill>
                <a:latin typeface="Microsoft YaHei"/>
              </a:rPr>
              <a:t>密信态势（message）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479417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FB3CC"/>
                </a:solidFill>
                <a:latin typeface="Microsoft YaHei"/>
              </a:rPr>
              <a:t>签阅态势（signing）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17745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FB3CC"/>
                </a:solidFill>
                <a:latin typeface="Microsoft YaHei"/>
              </a:rPr>
              <a:t>跳转示意：/overview 点击"今日业务摘要 / 签阅处置"等面板 → /business?topic=message|signing|traffic → 返回综合态势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运维态势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B3CC"/>
                </a:solidFill>
                <a:latin typeface="Microsoft YaHei"/>
              </a:rPr>
              <a:t>真实运维域 /ops：Probe / External / Manual 多源接入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011680" cy="41148"/>
          </a:xfrm>
          <a:prstGeom prst="rect">
            <a:avLst/>
          </a:prstGeom>
          <a:solidFill>
            <a:srgbClr val="1E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多源接入：Java Probe 经 /api/ops/ingest 统一接入，支持 external 与 manual 补录；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80743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主机纳管：主机列表、详情与近七日趋势联动，TopN / 白名单进程分析；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9927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告警闭环：最新告警实时上屏，总览卡片与来源概览呈现整体运行态势。</a:t>
            </a:r>
          </a:p>
        </p:txBody>
      </p:sp>
      <p:pic>
        <p:nvPicPr>
          <p:cNvPr id="8" name="Picture 7" descr="ops-main-1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80467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终端态势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B3CC"/>
                </a:solidFill>
                <a:latin typeface="Microsoft YaHei"/>
              </a:rPr>
              <a:t>终端资产 · 人员关联 · 保障状态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011680" cy="41148"/>
          </a:xfrm>
          <a:prstGeom prst="rect">
            <a:avLst/>
          </a:prstGeom>
          <a:solidFill>
            <a:srgbClr val="1E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终端资产：全球终端按国家聚合展示，规模与状态分布一目了然；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80743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人员关联：终端与责任人员对应，归属确认与保障状态全程可见；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9927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风险处置：高风险终端、异常事件与策略命中情况联动呈现。</a:t>
            </a:r>
          </a:p>
        </p:txBody>
      </p:sp>
      <p:pic>
        <p:nvPicPr>
          <p:cNvPr id="8" name="Picture 7" descr="terminal-main-1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80467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 b="1">
                <a:solidFill>
                  <a:srgbClr val="1F4E79"/>
                </a:solidFill>
                <a:latin typeface="Microsoft YaHei"/>
              </a:defRPr>
            </a:pPr>
            <a:r>
              <a:t>业务态势是什么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444444"/>
                </a:solidFill>
                <a:latin typeface="Microsoft YaHei"/>
              </a:defRPr>
            </a:pPr>
            <a:r>
              <a:t>面向核心业务运行过程的安全可视、运行分析与处置联动中枢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业务定义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以人员、终端、密信、签阅、通信链路和安全事件为统一观察对象，回答“业务是否在正常运行、风险发生在哪里、是否已经处置”。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把分散在零信任、密信、签阅、终端和运维系统中的事件，按人员、区域、业务对象和时间统一关联。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项目价值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从单系统状态查看升级为业务视角的综合研判，管理人员可以先看全局，再下钻区域、人员、业务和事件详情。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将安全告警与业务影响放在同一屏展示，支撑发现、研判、处置、复盘的闭环。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 b="1">
                <a:solidFill>
                  <a:srgbClr val="1F4E79"/>
                </a:solidFill>
                <a:latin typeface="Microsoft YaHei"/>
              </a:defRPr>
            </a:pPr>
            <a:r>
              <a:t>项目解决的核心问题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444444"/>
                </a:solidFill>
                <a:latin typeface="Microsoft YaHei"/>
              </a:defRPr>
            </a:pPr>
            <a:r>
              <a:t>解决“数据分散、风险难关联、业务影响不直观、演示难复现”四类问题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现状痛点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零信任侧看到认证失败，业务侧看不到对应人员和业务影响；密信、签阅与安全事件之间缺少联动视图。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不同系统口径不一致，管理者难以快速判断区域状态、业务量变化和风险等级。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真实接口尚在联调阶段，现场演示难以稳定复现完整的安全到业务联动链路。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建设结果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形成综合态势、业务态势、终端态势和运维态势的统一入口，支持总览、排行、地图、详情和专题下钻。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建立可控演示场景，外部系统操作可以在页面内模拟并同步产生事件、指标和北京点位信号。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 b="1">
                <a:solidFill>
                  <a:srgbClr val="1F4E79"/>
                </a:solidFill>
                <a:latin typeface="Microsoft YaHei"/>
              </a:defRPr>
            </a:pPr>
            <a:r>
              <a:t>采用的方法：统一模型 + 智能分析 + 联动闭环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444444"/>
                </a:solidFill>
                <a:latin typeface="Microsoft YaHei"/>
              </a:defRPr>
            </a:pPr>
            <a:r>
              <a:t>以统一领域模型承载多源数据，以规则和智能分析提升研判效率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统一数据模型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按人员、终端、区域、业务系统、事件、链路和处置动作建立稳定标识，支撑跨系统关联与一致性统计。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当前用结构完整的模拟数据验证页面和交互，后续只替换数据提供层，不推翻展示模型。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智能化方法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零信任侧以认证结果、账号、终端、位置、访问策略等风险因子形成访问判定；态势侧汇聚判定结果并展示影响范围。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线路侧通过异常检测、分段绕行策略和策略下发过程演示智能分析，体现“发现异常—生成策略—切换—恢复”。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闭环机制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事件进入态势后，联动人员、区域、业务活动、地图点位和处置状态，形成从告警到业务影响的可追踪链路。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 b="1">
                <a:solidFill>
                  <a:srgbClr val="1F4E79"/>
                </a:solidFill>
                <a:latin typeface="Microsoft YaHei"/>
              </a:defRPr>
            </a:pPr>
            <a:r>
              <a:t>当前已完成的工作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444444"/>
                </a:solidFill>
                <a:latin typeface="Microsoft YaHei"/>
              </a:defRPr>
            </a:pPr>
            <a:r>
              <a:t>已完成可演示的前端工程、模拟场景和基础真实运维闭环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页面与交互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综合态势：北京中心与境外区域地图、地面/卫星链路、在线用户、密信收发、安全事件、签阅处置。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业务态势：密信、签阅、系统流量三个专题，支持趋势、排行、区域和用户详情下钻。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终端与人员：人员、PAD、密盒、密信软件、签阅软件、卫星终端关联展示。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工程与数据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Vue 3 + TypeScript + ECharts 前端，Spring Boot + Java 17 后端，MySQL 数据模型和 IAM 三员治理已落地。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Java Probe 已具备 Linux ARM64 采集、签名上报、本地缓冲和补报能力；主题态势接口预留真实数据接入。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 b="1">
                <a:solidFill>
                  <a:srgbClr val="1F4E79"/>
                </a:solidFill>
                <a:latin typeface="Microsoft YaHei"/>
              </a:defRPr>
            </a:pPr>
            <a:r>
              <a:t>现场演示脚本：从外部操作到态势联动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444444"/>
                </a:solidFill>
                <a:latin typeface="Microsoft YaHei"/>
              </a:defRPr>
            </a:pPr>
            <a:r>
              <a:t>演示原则：零信任侧负责操作，态势侧负责实时呈现结果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第一步：零信任认证异常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在态势顶栏打开“现场演示”，点击“零信任：密码错误”，模拟连续 5 次密码输入错误。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页面同步出现高危安全事件：北京接入点认证失败、账号锁定、访问被策略阻断；顶部安全事件计数和北京地图点位同步更新。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第二步：密信业务操作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点击“密信：发送消息”，北京业务摘要增加 1 条，最近业务活动出现密信发送记录，业务态势密信专题的统计同步变化。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第三步：签阅业务操作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点击“签阅：完成签约”，北京签阅收到数与已处理数各增加 1，签阅处置进度、活动流和业务专题同步变化。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串演方式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现场时间紧张时使用“一键串演”，一次展示安全事件、密信业务和签阅业务三类联动；所有数据只存在当前页面，不依赖临时接口。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 b="1">
                <a:solidFill>
                  <a:srgbClr val="1F4E79"/>
                </a:solidFill>
                <a:latin typeface="Microsoft YaHei"/>
              </a:defRPr>
            </a:pPr>
            <a:r>
              <a:t>后续计划与落地路径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444444"/>
                </a:solidFill>
                <a:latin typeface="Microsoft YaHei"/>
              </a:defRPr>
            </a:pPr>
            <a:r>
              <a:t>从稳定演示场景逐步替换为真实数据闭环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近期：完成接口映射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与零信任、密信、签阅确认事件字段、人员/终端标识、时间口径、结果码和接口刷新方式。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优先接入认证失败、账号锁定、密信收发、签阅流转和区域状态五类高价值事件。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中期：完善智能分析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沉淀账号、终端、位置、时间、行为基线等风险因子，形成可解释的风险评分和策略命中原因。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增加事件去重、关联聚合、影响范围评估、处置工单和审计留痕。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长期：形成运营闭环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建设真实数据质量监测、模型效果评估、策略复盘和多角色协同处置能力，逐步从大屏展示升级为业务安全运营平台。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