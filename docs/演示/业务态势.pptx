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E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</a:rPr>
              <a:t>业务态势　·　密信 / 签阅 / 境外通联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FB3CC"/>
                </a:solidFill>
                <a:latin typeface="Microsoft YaHei"/>
              </a:rPr>
              <a:t>业务主题态势聚焦密信传输、签阅流转与境外通联三大核心业务，提供业务量统计、流转状态追踪与链路健康监测。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7D32"/>
                </a:solidFill>
                <a:latin typeface="Microsoft YaHei"/>
              </a:rPr>
              <a:t>✓ 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密信态势：用户登录/登出状态监测，消息与文件收发量统计，分时趋势及国家排行实时展示；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7D32"/>
                </a:solidFill>
                <a:latin typeface="Microsoft YaHei"/>
              </a:rPr>
              <a:t>✓ 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签阅态势：收到、已处理、待处理、异常/退回流转状态统计，处理趋势及国家排行可视化；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7D32"/>
                </a:solidFill>
                <a:latin typeface="Microsoft YaHei"/>
              </a:rPr>
              <a:t>✓ 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境外通联：共享链路（50 Mbps）上下行速率、利用率、累计流量与峰值监测，国家流量占比展示。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06040"/>
            <a:ext cx="8138160" cy="18288"/>
          </a:xfrm>
          <a:prstGeom prst="rect">
            <a:avLst/>
          </a:prstGeom>
          <a:solidFill>
            <a:srgbClr val="23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usiness-1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788920"/>
            <a:ext cx="6035040" cy="33947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26364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FB3CC"/>
                </a:solidFill>
                <a:latin typeface="Microsoft YaHei"/>
              </a:rPr>
              <a:t>数据为模拟演示场景，与综合态势页口径一致：业务量 132 万、成功率 99.3%、高峰时延 420ms、文件传输 8.6TB；链路利用率 = max(上下行) / 50 Mbps。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