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业务态势　·　密信 / 签阅 / 系统流量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B3CC"/>
                </a:solidFill>
                <a:latin typeface="Microsoft YaHei"/>
              </a:rPr>
              <a:t>业务主题态势聚焦密信传输、签阅流转与系统流量三大核心业务，首页卡片可一键下钻并返回。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密信态势：消息与文件收发量统计、当前登录用户、分时趋势及用户/部门收发排名实时展示；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签阅态势：收到、已处理、待处理、异常/退回流转状态统计，人员与部门处理排名可视化；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系统流量：业务系统吞吐排名与区域链路流量排名，各系统今日流量实时累计。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06040"/>
            <a:ext cx="8138160" cy="18288"/>
          </a:xfrm>
          <a:prstGeom prst="rect">
            <a:avLst/>
          </a:prstGeom>
          <a:solidFill>
            <a:srgbClr val="23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siness-message-1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788920"/>
            <a:ext cx="6035040" cy="33947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26364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9FB3CC"/>
                </a:solidFill>
                <a:latin typeface="Microsoft YaHei"/>
              </a:rPr>
              <a:t>数据为模拟演示场景，实时滚动更新：签阅收到 68 份、处理率 79.4%、待处理 11 份、异常退回 3 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