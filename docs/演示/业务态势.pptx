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业务态势　·　密信 / 签阅 / 系统流量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FB3CC"/>
                </a:solidFill>
                <a:latin typeface="Microsoft YaHei"/>
              </a:rPr>
              <a:t>业务主题态势聚焦密信传输、签阅流转与系统流量三大核心业务，首页卡片可一键下钻并返回。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密信态势：消息与文件收发量统计、当前登录用户、分时趋势及用户/部门收发排名实时展示；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签阅态势：收到、已处理、待处理、异常/退回流转状态统计，人员与部门处理排名可视化；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icrosoft YaHei"/>
              </a:rPr>
              <a:t>✓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系统流量：业务系统吞吐排名与区域链路流量排名，各系统今日流量实时累计。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8138160" cy="18288"/>
          </a:xfrm>
          <a:prstGeom prst="rect">
            <a:avLst/>
          </a:prstGeom>
          <a:solidFill>
            <a:srgbClr val="23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siness-message-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88920"/>
            <a:ext cx="6035040" cy="33947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26364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FB3CC"/>
                </a:solidFill>
                <a:latin typeface="Microsoft YaHei"/>
              </a:rPr>
              <a:t>数据为模拟演示场景，实时滚动更新：签阅收到 68 份、处理率 79.4%、待处理 11 份、异常退回 3 份。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业务态势的业务价值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围绕密信、签阅和通信链路，呈现业务运行状态与安全影响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看运行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当前有多少用户在线、密信收发是否活跃、签阅文件是否积压、区域链路是否可用。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看风险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将零信任认证失败、异常文件、证书/密钥异常与具体人员、区域、业务对象关联。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看处置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从事件发现到策略阻断、业务确认和后续复盘，形成可讲清、可追踪、可验证的演示链路。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业务态势的实现方法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业务明细驱动汇总指标，安全事件驱动业务联动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密信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以人员和区域为主键汇总登录、消息、文件和收发对象，支持用户排行、部门排行和专题下钻。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签阅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以文件流转状态闭合收到、已处理、待处理、异常退回四类指标，保证统计可解释。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智能联动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零信任认证失败作为安全事件进入态势后，更新事件流、北京点位信号和人员详情；密信/签阅操作则更新业务活动与对应指标。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现场演示脚本与页面反馈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外部系统操作在态势侧形成可观察的业务结果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零信任演示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模拟连续 5 次密码输入错误，页面显示“零信任密码认证失败”、账号锁定和访问阻断；北京点位出现高危联动标签。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密信演示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模拟北京发送一条密信，消息总量、北京业务活动、密信专题趋势和收发排行即时增加。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签约/签阅演示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模拟北京完成一份签阅文件，收到数与已处理数同步增加，处理率与活动记录即时更新。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现场控制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使用顶栏“现场演示”控制台或“一键串演”，不依赖接口调试；页面明确为模拟数据，后续可替换为真实接口。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 b="1">
                <a:solidFill>
                  <a:srgbClr val="1F4E79"/>
                </a:solidFill>
                <a:latin typeface="Microsoft YaHei"/>
              </a:defRPr>
            </a:pPr>
            <a:r>
              <a:t>从模拟演示到真实业务接入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444444"/>
                </a:solidFill>
                <a:latin typeface="Microsoft YaHei"/>
              </a:defRPr>
            </a:pPr>
            <a:r>
              <a:t>保持页面领域模型不变，按优先级替换数据提供层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第一优先级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接入零信任登录失败/锁定、密信消息与文件收发、签阅文件状态变化，完成核心演示闭环。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第二优先级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接入人员、组织、终端和区域主数据，统一关联标识并消除重复统计。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第三优先级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接入历史明细和审计数据，支持趋势分析、风险基线、策略效果评估和事件复盘。</a:t>
            </a:r>
          </a:p>
          <a:p>
            <a:pPr>
              <a:defRPr sz="1700" b="1">
                <a:solidFill>
                  <a:srgbClr val="1F4E79"/>
                </a:solidFill>
                <a:latin typeface="Microsoft YaHei"/>
              </a:defRPr>
            </a:pPr>
            <a:r>
              <a:t>验收口径</a:t>
            </a:r>
          </a:p>
          <a:p>
            <a:pPr lvl="1">
              <a:defRPr sz="1400">
                <a:solidFill>
                  <a:srgbClr val="373737"/>
                </a:solidFill>
                <a:latin typeface="Microsoft YaHei"/>
              </a:defRPr>
            </a:pPr>
            <a:r>
              <a:t>接口字段、刷新延迟、事件去重、指标闭合和权限范围形成联调清单，逐项验证后切换生产数据。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